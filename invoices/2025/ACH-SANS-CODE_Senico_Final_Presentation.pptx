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96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we will present our group work on international trade negotiations and the expansion process, focusing on Senegal.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Senegal has made progress through regional integration and infrastructure improvements, but still faces challenges like weak industrialization and heavy import 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open economy brings many benefits, but it also exposes local industries to strong foreign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Globalization limits complete independence, but Senegal still manages its internal development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Senegal trades with both traditional partners and emerging markets, with strong regional trade in West Africa.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chose SENICO because it is a strong national brand with high potential for regional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SENICO has strong potential but must manage logistics, standards, and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key steps SENICO must follow to successfully export its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actor plays an important role in ensuring a smooth international trade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Senegal is moving forward in international trade, but must strengthen local industries for sustainable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International </a:t>
            </a:r>
            <a:r>
              <a:rPr lang="en-US" dirty="0"/>
              <a:t>trade negotiations (CIM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Senegal’s</a:t>
            </a:r>
            <a:r>
              <a:rPr lang="fr-FR" dirty="0"/>
              <a:t> Trade </a:t>
            </a:r>
            <a:r>
              <a:rPr lang="fr-FR" dirty="0" err="1"/>
              <a:t>Landscape</a:t>
            </a:r>
            <a:r>
              <a:rPr lang="fr-FR" dirty="0"/>
              <a:t> &amp; SENICO</a:t>
            </a:r>
            <a:endParaRPr dirty="0"/>
          </a:p>
          <a:p>
            <a:r>
              <a:rPr dirty="0"/>
              <a:t>Group Assignment</a:t>
            </a:r>
          </a:p>
          <a:p>
            <a:r>
              <a:rPr dirty="0"/>
              <a:t>Country: Senegal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Effectiveness of Trade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Moderately effective</a:t>
            </a:r>
          </a:p>
          <a:p>
            <a:r>
              <a:t>WTO, ECOWAS, UEMOA, AfCFTA</a:t>
            </a:r>
          </a:p>
          <a:p>
            <a:r>
              <a:t>Port &amp; customs modernized</a:t>
            </a:r>
          </a:p>
          <a:p>
            <a:r>
              <a:t>FDI attracted</a:t>
            </a:r>
          </a:p>
          <a:p>
            <a:r>
              <a:t>Weak industrialization</a:t>
            </a:r>
          </a:p>
          <a:p>
            <a:r>
              <a:t>High imports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Open Economy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Advantages:</a:t>
            </a:r>
          </a:p>
          <a:p>
            <a:r>
              <a:t>• Market access</a:t>
            </a:r>
          </a:p>
          <a:p>
            <a:r>
              <a:t>• Investment</a:t>
            </a:r>
          </a:p>
          <a:p>
            <a:r>
              <a:t>• Technology transfer</a:t>
            </a:r>
          </a:p>
          <a:p>
            <a:endParaRPr/>
          </a:p>
          <a:p>
            <a:r>
              <a:t>Problems:</a:t>
            </a:r>
          </a:p>
          <a:p>
            <a:r>
              <a:t>• Weak local industries</a:t>
            </a:r>
          </a:p>
          <a:p>
            <a:r>
              <a:t>• Import dependence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Sovereignty &amp; Globalization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Sovereignty = national control</a:t>
            </a:r>
          </a:p>
          <a:p>
            <a:r>
              <a:t>Globalization limits independence</a:t>
            </a:r>
          </a:p>
          <a:p>
            <a:r>
              <a:t>Senegal follows WTO &amp; AfCFTA rules</a:t>
            </a:r>
          </a:p>
          <a:p>
            <a:r>
              <a:t>Still controls development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Trading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Traditional: France, China, USA, India</a:t>
            </a:r>
          </a:p>
          <a:p>
            <a:r>
              <a:t>Regional: Mali, Côte d’Ivoire, Guinea</a:t>
            </a:r>
          </a:p>
          <a:p>
            <a:r>
              <a:t>Emerging: Turkey, UAE, Morocco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Selected Company: SENICO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Sector: Food processing &amp; agro-industry</a:t>
            </a:r>
          </a:p>
          <a:p>
            <a:r>
              <a:t>Strong national brand</a:t>
            </a:r>
          </a:p>
          <a:p>
            <a:r>
              <a:t>Growing regional presence</a:t>
            </a:r>
          </a:p>
          <a:p>
            <a:r>
              <a:t>High demand in West Africa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6. Expansion Potential &amp; Difficulties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regional demand</a:t>
            </a:r>
          </a:p>
          <a:p>
            <a:r>
              <a:t>ECOWAS market access</a:t>
            </a:r>
          </a:p>
          <a:p>
            <a:endParaRPr/>
          </a:p>
          <a:p>
            <a:r>
              <a:t>Difficulties:</a:t>
            </a:r>
          </a:p>
          <a:p>
            <a:r>
              <a:t>Transport costs</a:t>
            </a:r>
          </a:p>
          <a:p>
            <a:r>
              <a:t>Quality &amp; sanitary standards</a:t>
            </a:r>
          </a:p>
          <a:p>
            <a:r>
              <a:t>Strong competition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International Trade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research</a:t>
            </a:r>
          </a:p>
          <a:p>
            <a:r>
              <a:t>Product adaptation</a:t>
            </a:r>
          </a:p>
          <a:p>
            <a:r>
              <a:t>Partner search</a:t>
            </a:r>
          </a:p>
          <a:p>
            <a:r>
              <a:t>Contract</a:t>
            </a:r>
          </a:p>
          <a:p>
            <a:r>
              <a:t>Transport</a:t>
            </a:r>
          </a:p>
          <a:p>
            <a:r>
              <a:t>Customs</a:t>
            </a:r>
          </a:p>
          <a:p>
            <a:r>
              <a:t>Payment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Parties Involved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SENICO – Exporter</a:t>
            </a:r>
          </a:p>
          <a:p>
            <a:r>
              <a:t>Bank – Payment</a:t>
            </a:r>
          </a:p>
          <a:p>
            <a:r>
              <a:t>Forwarder – Transport</a:t>
            </a:r>
          </a:p>
          <a:p>
            <a:r>
              <a:t>Customs – Control</a:t>
            </a:r>
          </a:p>
          <a:p>
            <a:r>
              <a:t>Distributor – Sales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Senegal progressing in trade</a:t>
            </a:r>
          </a:p>
          <a:p>
            <a:r>
              <a:t>Still facing industrial challenges</a:t>
            </a:r>
          </a:p>
          <a:p>
            <a:r>
              <a:t>Needs stronger local production</a:t>
            </a:r>
          </a:p>
          <a:p>
            <a:r>
              <a:t>Better SME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Office PowerPoint</Application>
  <PresentationFormat>Affichage à l'écran (4:3)</PresentationFormat>
  <Paragraphs>71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International trade negotiations (CIM 3</vt:lpstr>
      <vt:lpstr>1. Effectiveness of Trade Policies</vt:lpstr>
      <vt:lpstr>2. Open Economy Assessment</vt:lpstr>
      <vt:lpstr>3. Sovereignty &amp; Globalization</vt:lpstr>
      <vt:lpstr>4. Trading Partners</vt:lpstr>
      <vt:lpstr>5. Selected Company: SENICO</vt:lpstr>
      <vt:lpstr>6. Expansion Potential &amp; Difficulties</vt:lpstr>
      <vt:lpstr>7. International Trade Process</vt:lpstr>
      <vt:lpstr>8. Parties Involved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khadidjatou ly</cp:lastModifiedBy>
  <cp:revision>3</cp:revision>
  <dcterms:created xsi:type="dcterms:W3CDTF">2013-01-27T09:14:16Z</dcterms:created>
  <dcterms:modified xsi:type="dcterms:W3CDTF">2025-12-03T23:12:02Z</dcterms:modified>
  <cp:category/>
</cp:coreProperties>
</file>